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PRDA-01: Profit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R&amp;D, Administration &amp; Marketing Spend on Startup Profit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Analysis  |  Power BI Visualization  |  Business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526280"/>
            <a:ext cx="1280160" cy="54864"/>
          </a:xfrm>
          <a:prstGeom prst="rect">
            <a:avLst/>
          </a:prstGeom>
          <a:solidFill>
            <a:srgbClr val="1F7A6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defined in the PRD (PRDA-01)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6304" cy="77724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how spending on R&amp;D, Administration, and Marketing affects a startup's Profit.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46304" cy="77724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87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predict Profit for two new startups given their R&amp;D, Administration and Marketing spend.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46304" cy="77724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9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visualizations in Power BI to present the dataset and derive business insights.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46304" cy="77724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90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data-backed suggestions to the company on where to prioritize spend.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startups across New York, California and Florida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Spend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spent on Research &amp; Development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07208" y="173736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44368" y="2331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spent on administrative overhead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65776" y="173736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2936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02936" y="2331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spent on marketing strategies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24344" y="173736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61504" y="2331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of the startup (NY / CA / FL)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82912" y="173736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720072" y="2331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made by the startup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 Confirmation: sourced from a MySQL Database (table: startup, DB: project_profit_analysis) via credentials provided in the PRD.</a:t>
            </a:r>
            <a:endParaRPr lang="en-US" sz="1250" dirty="0"/>
          </a:p>
        </p:txBody>
      </p:sp>
      <p:pic>
        <p:nvPicPr>
          <p:cNvPr id="20" name="Image 0" descr="/home/claude/ppt_assets/data_table_h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4114800"/>
            <a:ext cx="60350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followed for this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the MySQL database using the given credentials (Host, DB name, Table name) via MySQL Workbench.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128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the 'startup' table (50 rows) to CSV for analysis.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the data: no missing values, correct numeric types for RD_Spend, Administration, Marketing_Spend and Profit.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5295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Performed Multiple Linear Regression in Excel using the Data Analysis ToolPak, with Profit as the dependent variable.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the regression equation to predict Profit for the two new input rows.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visualizations in Power BI to explore relationships and state-wise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Data Analysis ToolPak — Multiple Linear Regression</a:t>
            </a:r>
            <a:endParaRPr lang="en-US" sz="1400" dirty="0"/>
          </a:p>
        </p:txBody>
      </p:sp>
      <p:pic>
        <p:nvPicPr>
          <p:cNvPr id="4" name="Image 0" descr="/home/claude/ppt_assets/regression_output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76072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Summary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235440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2350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Square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235440" y="2350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0.9507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27340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R Square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235440" y="27340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0.9475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3118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Error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235440" y="31181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9232.34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0" y="3502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235440" y="35021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0" y="3977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&amp; Significance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343400"/>
          <a:ext cx="521208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50122.19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1.06E-09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R&amp;D Spend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2.63E-22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-0.0268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Spend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Regression Tells 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coefficients and p-values (significance threshold: 0.05)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73152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Spend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0.81 | P-value ≈ 0.00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significant. Every ₹1 spent on R&amp;D adds ~₹0.81 to Profit. The strongest driver by far.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28800"/>
            <a:ext cx="502920" cy="73152"/>
          </a:xfrm>
          <a:prstGeom prst="rect">
            <a:avLst/>
          </a:prstGeom>
          <a:solidFill>
            <a:srgbClr val="D97B3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0.03 | P-value 0.10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statistically significant (p &gt; 0.05), though it shows a mild positive trend.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502920" cy="73152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-0.03 | P-value 0.60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27889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statistically significant. Administration spend shows no reliable relationship with Profit.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model fit: R² = 0.9507 — the three predictors together explain ~95% of the variation in Profit.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Prediction for New Inputs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regression equation from Excel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used (from Excel regression)</a:t>
            </a:r>
            <a:endParaRPr lang="en-US" sz="1300" dirty="0"/>
          </a:p>
        </p:txBody>
      </p:sp>
      <p:pic>
        <p:nvPicPr>
          <p:cNvPr id="5" name="Image 0" descr="/home/claude/ppt_assets/coeff_only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097280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Equation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= 50122.19 + (0.8057 × R&amp;D Spend) + (-0.0268 × Administration) + (0.0272 × Marketing Spend)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Results (from Excel)</a:t>
            </a:r>
            <a:endParaRPr lang="en-US" sz="1300" dirty="0"/>
          </a:p>
        </p:txBody>
      </p:sp>
      <p:pic>
        <p:nvPicPr>
          <p:cNvPr id="9" name="Image 1" descr="/home/claude/ppt_assets/prediction_table_h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749808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4709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predictions fall well within the training data's Profit range (~₹35K to ₹192K), indicating reasonable, non-extrapolated estimates.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Visualizations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RD_Spend vs Profit | Marketing_Spend vs Profit | Average Profit by State</a:t>
            </a:r>
            <a:endParaRPr lang="en-US" sz="1400" dirty="0"/>
          </a:p>
        </p:txBody>
      </p:sp>
      <p:pic>
        <p:nvPicPr>
          <p:cNvPr id="4" name="Image 0" descr="/home/claude/ppt_assets/dashboard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554480"/>
            <a:ext cx="8412480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27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Spend is the dominant driver of Profit — a near 1:1 relationship, and the only statistically significant predictor.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96312"/>
            <a:ext cx="109728" cy="109728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682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Spend shows a mild positive trend with Profit, but it is not statistically strong enough to confirm on this dataset.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9728" cy="109728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954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Spend has no meaningful relationship with Profit — higher admin spend does not translate into higher profit.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178808"/>
            <a:ext cx="109728" cy="109728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5079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State/location has little impact — average profit is broadly similar across New York, Florida and California.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020056"/>
            <a:ext cx="109728" cy="109728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regression model explains ~95% of the variation in Profit (R² = 0.95), making it a strong fit for this dataset.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to the Company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91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R&amp;D investment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R&amp;D spend is the strongest and only statistically significant driver of Profit, allocating a larger share of budget here is likely to yield the best returns.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Administration spend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27889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spend shows no measurable link to Profit — consider auditing this budget for cost-saving opportunities.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Marketing spend cautiously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3886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shows a weak positive trend; controlled experiments (A/B testing spend levels) could clarify its real impact before scaling it up.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83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is not a limiting factor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31920" y="49834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State has little effect on Profit, expansion decisions can be driven by other factors (talent, cost of living, market access) rather than profit potential alone.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PRDA-01 — Profit Analysis  |  Data Source: MySQL Database  |  Tools: MySQL Workbench, Excel, 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2026-08-20T15:03:28Z</dcterms:created>
  <dcterms:modified xsi:type="dcterms:W3CDTF">2026-08-20T15:03:28Z</dcterms:modified>
</cp:coreProperties>
</file>